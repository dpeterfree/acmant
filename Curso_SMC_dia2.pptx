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95" r:id="rId2"/>
    <p:sldId id="297" r:id="rId3"/>
    <p:sldId id="298" r:id="rId4"/>
    <p:sldId id="294" r:id="rId5"/>
    <p:sldId id="29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DPI" initials="M" lastIdx="1" clrIdx="0">
    <p:extLst>
      <p:ext uri="{19B8F6BF-5375-455C-9EA6-DF929625EA0E}">
        <p15:presenceInfo xmlns:p15="http://schemas.microsoft.com/office/powerpoint/2012/main" userId="MDP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B200"/>
    <a:srgbClr val="C53DCF"/>
    <a:srgbClr val="131D3D"/>
    <a:srgbClr val="91C655"/>
    <a:srgbClr val="376DA7"/>
    <a:srgbClr val="AFC8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Hoja_de_c_lculo_de_Microsoft_Excel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n-US" sz="2400">
                <a:solidFill>
                  <a:schemeClr val="tx1"/>
                </a:solidFill>
              </a:rPr>
              <a:t>Temperaturas</a:t>
            </a:r>
            <a:r>
              <a:rPr lang="en-US" sz="2400" baseline="0">
                <a:solidFill>
                  <a:schemeClr val="tx1"/>
                </a:solidFill>
              </a:rPr>
              <a:t> sintéticas</a:t>
            </a:r>
            <a:endParaRPr lang="en-US" sz="2400">
              <a:solidFill>
                <a:schemeClr val="tx1"/>
              </a:solidFill>
            </a:endParaRPr>
          </a:p>
        </c:rich>
      </c:tx>
      <c:layout/>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9453630796150485E-2"/>
          <c:y val="0.18490740740740741"/>
          <c:w val="0.87245013123359583"/>
          <c:h val="0.60983449985418492"/>
        </c:manualLayout>
      </c:layout>
      <c:barChart>
        <c:barDir val="col"/>
        <c:grouping val="clustered"/>
        <c:varyColors val="0"/>
        <c:ser>
          <c:idx val="0"/>
          <c:order val="0"/>
          <c:tx>
            <c:strRef>
              <c:f>PDFmal!$B$1</c:f>
              <c:strCache>
                <c:ptCount val="1"/>
                <c:pt idx="0">
                  <c:v>Correcto</c:v>
                </c:pt>
              </c:strCache>
            </c:strRef>
          </c:tx>
          <c:spPr>
            <a:solidFill>
              <a:srgbClr val="0070C0"/>
            </a:solidFill>
            <a:ln>
              <a:solidFill>
                <a:srgbClr val="0070C0"/>
              </a:solidFill>
            </a:ln>
            <a:effectLst/>
          </c:spPr>
          <c:invertIfNegative val="0"/>
          <c:cat>
            <c:numRef>
              <c:f>PDFmal!$A$2:$A$53</c:f>
              <c:numCache>
                <c:formatCode>General</c:formatCode>
                <c:ptCount val="52"/>
                <c:pt idx="0">
                  <c:v>-8</c:v>
                </c:pt>
                <c:pt idx="1">
                  <c:v>-7.5</c:v>
                </c:pt>
                <c:pt idx="2">
                  <c:v>-7</c:v>
                </c:pt>
                <c:pt idx="3">
                  <c:v>-6.5</c:v>
                </c:pt>
                <c:pt idx="4">
                  <c:v>-6</c:v>
                </c:pt>
                <c:pt idx="5">
                  <c:v>-5.5</c:v>
                </c:pt>
                <c:pt idx="6">
                  <c:v>-5</c:v>
                </c:pt>
                <c:pt idx="7">
                  <c:v>-4.5</c:v>
                </c:pt>
                <c:pt idx="8">
                  <c:v>-4</c:v>
                </c:pt>
                <c:pt idx="9">
                  <c:v>-3.5</c:v>
                </c:pt>
                <c:pt idx="10">
                  <c:v>-3</c:v>
                </c:pt>
                <c:pt idx="11">
                  <c:v>-2.5</c:v>
                </c:pt>
                <c:pt idx="12">
                  <c:v>-2</c:v>
                </c:pt>
                <c:pt idx="13">
                  <c:v>-1.5</c:v>
                </c:pt>
                <c:pt idx="14">
                  <c:v>-1</c:v>
                </c:pt>
                <c:pt idx="15">
                  <c:v>-0.5</c:v>
                </c:pt>
                <c:pt idx="16">
                  <c:v>0</c:v>
                </c:pt>
                <c:pt idx="17">
                  <c:v>0.5</c:v>
                </c:pt>
                <c:pt idx="18">
                  <c:v>1</c:v>
                </c:pt>
                <c:pt idx="19">
                  <c:v>1.5</c:v>
                </c:pt>
                <c:pt idx="20">
                  <c:v>2</c:v>
                </c:pt>
                <c:pt idx="21">
                  <c:v>2.5</c:v>
                </c:pt>
                <c:pt idx="22">
                  <c:v>3</c:v>
                </c:pt>
                <c:pt idx="23">
                  <c:v>3.5</c:v>
                </c:pt>
                <c:pt idx="24">
                  <c:v>4</c:v>
                </c:pt>
                <c:pt idx="25">
                  <c:v>4.5</c:v>
                </c:pt>
                <c:pt idx="26">
                  <c:v>5</c:v>
                </c:pt>
                <c:pt idx="27">
                  <c:v>5.5</c:v>
                </c:pt>
                <c:pt idx="28">
                  <c:v>6</c:v>
                </c:pt>
                <c:pt idx="29">
                  <c:v>6.5</c:v>
                </c:pt>
                <c:pt idx="30">
                  <c:v>7</c:v>
                </c:pt>
                <c:pt idx="31">
                  <c:v>7.5</c:v>
                </c:pt>
                <c:pt idx="32">
                  <c:v>8</c:v>
                </c:pt>
                <c:pt idx="33">
                  <c:v>8.5</c:v>
                </c:pt>
                <c:pt idx="34">
                  <c:v>9</c:v>
                </c:pt>
                <c:pt idx="35">
                  <c:v>9.5</c:v>
                </c:pt>
                <c:pt idx="36">
                  <c:v>10</c:v>
                </c:pt>
                <c:pt idx="37">
                  <c:v>10.5</c:v>
                </c:pt>
                <c:pt idx="38">
                  <c:v>11</c:v>
                </c:pt>
                <c:pt idx="39">
                  <c:v>11.5</c:v>
                </c:pt>
                <c:pt idx="40">
                  <c:v>12</c:v>
                </c:pt>
                <c:pt idx="41">
                  <c:v>12.5</c:v>
                </c:pt>
                <c:pt idx="42">
                  <c:v>13</c:v>
                </c:pt>
                <c:pt idx="43">
                  <c:v>13.5</c:v>
                </c:pt>
                <c:pt idx="44">
                  <c:v>14</c:v>
                </c:pt>
                <c:pt idx="45">
                  <c:v>14.5</c:v>
                </c:pt>
                <c:pt idx="46">
                  <c:v>15</c:v>
                </c:pt>
                <c:pt idx="47">
                  <c:v>15.5</c:v>
                </c:pt>
                <c:pt idx="48">
                  <c:v>16</c:v>
                </c:pt>
                <c:pt idx="49">
                  <c:v>16.5</c:v>
                </c:pt>
                <c:pt idx="50">
                  <c:v>17</c:v>
                </c:pt>
                <c:pt idx="51">
                  <c:v>17.5</c:v>
                </c:pt>
              </c:numCache>
            </c:numRef>
          </c:cat>
          <c:val>
            <c:numRef>
              <c:f>PDFmal!$B$2:$B$53</c:f>
              <c:numCache>
                <c:formatCode>General</c:formatCode>
                <c:ptCount val="52"/>
                <c:pt idx="0">
                  <c:v>14</c:v>
                </c:pt>
                <c:pt idx="1">
                  <c:v>22</c:v>
                </c:pt>
                <c:pt idx="2">
                  <c:v>22</c:v>
                </c:pt>
                <c:pt idx="3">
                  <c:v>25</c:v>
                </c:pt>
                <c:pt idx="4">
                  <c:v>47</c:v>
                </c:pt>
                <c:pt idx="5">
                  <c:v>35</c:v>
                </c:pt>
                <c:pt idx="6">
                  <c:v>64</c:v>
                </c:pt>
                <c:pt idx="7">
                  <c:v>69</c:v>
                </c:pt>
                <c:pt idx="8">
                  <c:v>103</c:v>
                </c:pt>
                <c:pt idx="9">
                  <c:v>82</c:v>
                </c:pt>
                <c:pt idx="10">
                  <c:v>121</c:v>
                </c:pt>
                <c:pt idx="11">
                  <c:v>144</c:v>
                </c:pt>
                <c:pt idx="12">
                  <c:v>143</c:v>
                </c:pt>
                <c:pt idx="13">
                  <c:v>210</c:v>
                </c:pt>
                <c:pt idx="14">
                  <c:v>207</c:v>
                </c:pt>
                <c:pt idx="15">
                  <c:v>195</c:v>
                </c:pt>
                <c:pt idx="16">
                  <c:v>236</c:v>
                </c:pt>
                <c:pt idx="17">
                  <c:v>312</c:v>
                </c:pt>
                <c:pt idx="18">
                  <c:v>283</c:v>
                </c:pt>
                <c:pt idx="19">
                  <c:v>365</c:v>
                </c:pt>
                <c:pt idx="20">
                  <c:v>322</c:v>
                </c:pt>
                <c:pt idx="21">
                  <c:v>339</c:v>
                </c:pt>
                <c:pt idx="22">
                  <c:v>368</c:v>
                </c:pt>
                <c:pt idx="23">
                  <c:v>402</c:v>
                </c:pt>
                <c:pt idx="24">
                  <c:v>381</c:v>
                </c:pt>
                <c:pt idx="25">
                  <c:v>421</c:v>
                </c:pt>
                <c:pt idx="26">
                  <c:v>396</c:v>
                </c:pt>
                <c:pt idx="27">
                  <c:v>379</c:v>
                </c:pt>
                <c:pt idx="28">
                  <c:v>411</c:v>
                </c:pt>
                <c:pt idx="29">
                  <c:v>390</c:v>
                </c:pt>
                <c:pt idx="30">
                  <c:v>330</c:v>
                </c:pt>
                <c:pt idx="31">
                  <c:v>302</c:v>
                </c:pt>
                <c:pt idx="32">
                  <c:v>322</c:v>
                </c:pt>
                <c:pt idx="33">
                  <c:v>325</c:v>
                </c:pt>
                <c:pt idx="34">
                  <c:v>260</c:v>
                </c:pt>
                <c:pt idx="35">
                  <c:v>304</c:v>
                </c:pt>
                <c:pt idx="36">
                  <c:v>229</c:v>
                </c:pt>
                <c:pt idx="37">
                  <c:v>212</c:v>
                </c:pt>
                <c:pt idx="38">
                  <c:v>191</c:v>
                </c:pt>
                <c:pt idx="39">
                  <c:v>148</c:v>
                </c:pt>
                <c:pt idx="40">
                  <c:v>127</c:v>
                </c:pt>
                <c:pt idx="41">
                  <c:v>131</c:v>
                </c:pt>
                <c:pt idx="42">
                  <c:v>94</c:v>
                </c:pt>
                <c:pt idx="43">
                  <c:v>92</c:v>
                </c:pt>
                <c:pt idx="44">
                  <c:v>69</c:v>
                </c:pt>
                <c:pt idx="45">
                  <c:v>70</c:v>
                </c:pt>
                <c:pt idx="46">
                  <c:v>52</c:v>
                </c:pt>
                <c:pt idx="47">
                  <c:v>43</c:v>
                </c:pt>
                <c:pt idx="48">
                  <c:v>37</c:v>
                </c:pt>
                <c:pt idx="49">
                  <c:v>19</c:v>
                </c:pt>
                <c:pt idx="50">
                  <c:v>11</c:v>
                </c:pt>
                <c:pt idx="51">
                  <c:v>15</c:v>
                </c:pt>
              </c:numCache>
            </c:numRef>
          </c:val>
        </c:ser>
        <c:ser>
          <c:idx val="1"/>
          <c:order val="1"/>
          <c:tx>
            <c:strRef>
              <c:f>PDFmal!$C$1</c:f>
              <c:strCache>
                <c:ptCount val="1"/>
                <c:pt idx="0">
                  <c:v>Erróneo</c:v>
                </c:pt>
              </c:strCache>
            </c:strRef>
          </c:tx>
          <c:spPr>
            <a:solidFill>
              <a:schemeClr val="accent2">
                <a:lumMod val="75000"/>
              </a:schemeClr>
            </a:solidFill>
            <a:ln>
              <a:solidFill>
                <a:schemeClr val="accent2">
                  <a:lumMod val="75000"/>
                </a:schemeClr>
              </a:solidFill>
            </a:ln>
            <a:effectLst/>
          </c:spPr>
          <c:invertIfNegative val="0"/>
          <c:cat>
            <c:numRef>
              <c:f>PDFmal!$A$2:$A$53</c:f>
              <c:numCache>
                <c:formatCode>General</c:formatCode>
                <c:ptCount val="52"/>
                <c:pt idx="0">
                  <c:v>-8</c:v>
                </c:pt>
                <c:pt idx="1">
                  <c:v>-7.5</c:v>
                </c:pt>
                <c:pt idx="2">
                  <c:v>-7</c:v>
                </c:pt>
                <c:pt idx="3">
                  <c:v>-6.5</c:v>
                </c:pt>
                <c:pt idx="4">
                  <c:v>-6</c:v>
                </c:pt>
                <c:pt idx="5">
                  <c:v>-5.5</c:v>
                </c:pt>
                <c:pt idx="6">
                  <c:v>-5</c:v>
                </c:pt>
                <c:pt idx="7">
                  <c:v>-4.5</c:v>
                </c:pt>
                <c:pt idx="8">
                  <c:v>-4</c:v>
                </c:pt>
                <c:pt idx="9">
                  <c:v>-3.5</c:v>
                </c:pt>
                <c:pt idx="10">
                  <c:v>-3</c:v>
                </c:pt>
                <c:pt idx="11">
                  <c:v>-2.5</c:v>
                </c:pt>
                <c:pt idx="12">
                  <c:v>-2</c:v>
                </c:pt>
                <c:pt idx="13">
                  <c:v>-1.5</c:v>
                </c:pt>
                <c:pt idx="14">
                  <c:v>-1</c:v>
                </c:pt>
                <c:pt idx="15">
                  <c:v>-0.5</c:v>
                </c:pt>
                <c:pt idx="16">
                  <c:v>0</c:v>
                </c:pt>
                <c:pt idx="17">
                  <c:v>0.5</c:v>
                </c:pt>
                <c:pt idx="18">
                  <c:v>1</c:v>
                </c:pt>
                <c:pt idx="19">
                  <c:v>1.5</c:v>
                </c:pt>
                <c:pt idx="20">
                  <c:v>2</c:v>
                </c:pt>
                <c:pt idx="21">
                  <c:v>2.5</c:v>
                </c:pt>
                <c:pt idx="22">
                  <c:v>3</c:v>
                </c:pt>
                <c:pt idx="23">
                  <c:v>3.5</c:v>
                </c:pt>
                <c:pt idx="24">
                  <c:v>4</c:v>
                </c:pt>
                <c:pt idx="25">
                  <c:v>4.5</c:v>
                </c:pt>
                <c:pt idx="26">
                  <c:v>5</c:v>
                </c:pt>
                <c:pt idx="27">
                  <c:v>5.5</c:v>
                </c:pt>
                <c:pt idx="28">
                  <c:v>6</c:v>
                </c:pt>
                <c:pt idx="29">
                  <c:v>6.5</c:v>
                </c:pt>
                <c:pt idx="30">
                  <c:v>7</c:v>
                </c:pt>
                <c:pt idx="31">
                  <c:v>7.5</c:v>
                </c:pt>
                <c:pt idx="32">
                  <c:v>8</c:v>
                </c:pt>
                <c:pt idx="33">
                  <c:v>8.5</c:v>
                </c:pt>
                <c:pt idx="34">
                  <c:v>9</c:v>
                </c:pt>
                <c:pt idx="35">
                  <c:v>9.5</c:v>
                </c:pt>
                <c:pt idx="36">
                  <c:v>10</c:v>
                </c:pt>
                <c:pt idx="37">
                  <c:v>10.5</c:v>
                </c:pt>
                <c:pt idx="38">
                  <c:v>11</c:v>
                </c:pt>
                <c:pt idx="39">
                  <c:v>11.5</c:v>
                </c:pt>
                <c:pt idx="40">
                  <c:v>12</c:v>
                </c:pt>
                <c:pt idx="41">
                  <c:v>12.5</c:v>
                </c:pt>
                <c:pt idx="42">
                  <c:v>13</c:v>
                </c:pt>
                <c:pt idx="43">
                  <c:v>13.5</c:v>
                </c:pt>
                <c:pt idx="44">
                  <c:v>14</c:v>
                </c:pt>
                <c:pt idx="45">
                  <c:v>14.5</c:v>
                </c:pt>
                <c:pt idx="46">
                  <c:v>15</c:v>
                </c:pt>
                <c:pt idx="47">
                  <c:v>15.5</c:v>
                </c:pt>
                <c:pt idx="48">
                  <c:v>16</c:v>
                </c:pt>
                <c:pt idx="49">
                  <c:v>16.5</c:v>
                </c:pt>
                <c:pt idx="50">
                  <c:v>17</c:v>
                </c:pt>
                <c:pt idx="51">
                  <c:v>17.5</c:v>
                </c:pt>
              </c:numCache>
            </c:numRef>
          </c:cat>
          <c:val>
            <c:numRef>
              <c:f>PDFmal!$C$2:$C$53</c:f>
              <c:numCache>
                <c:formatCode>General</c:formatCode>
                <c:ptCount val="5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431</c:v>
                </c:pt>
                <c:pt idx="17">
                  <c:v>519</c:v>
                </c:pt>
                <c:pt idx="18">
                  <c:v>493</c:v>
                </c:pt>
                <c:pt idx="19">
                  <c:v>508</c:v>
                </c:pt>
                <c:pt idx="20">
                  <c:v>456</c:v>
                </c:pt>
                <c:pt idx="21">
                  <c:v>457</c:v>
                </c:pt>
                <c:pt idx="22">
                  <c:v>463</c:v>
                </c:pt>
                <c:pt idx="23">
                  <c:v>505</c:v>
                </c:pt>
                <c:pt idx="24">
                  <c:v>440</c:v>
                </c:pt>
                <c:pt idx="25">
                  <c:v>485</c:v>
                </c:pt>
                <c:pt idx="26">
                  <c:v>441</c:v>
                </c:pt>
                <c:pt idx="27">
                  <c:v>415</c:v>
                </c:pt>
                <c:pt idx="28">
                  <c:v>447</c:v>
                </c:pt>
                <c:pt idx="29">
                  <c:v>412</c:v>
                </c:pt>
                <c:pt idx="30">
                  <c:v>352</c:v>
                </c:pt>
                <c:pt idx="31">
                  <c:v>316</c:v>
                </c:pt>
                <c:pt idx="32">
                  <c:v>331</c:v>
                </c:pt>
                <c:pt idx="33">
                  <c:v>331</c:v>
                </c:pt>
                <c:pt idx="34">
                  <c:v>267</c:v>
                </c:pt>
                <c:pt idx="35">
                  <c:v>304</c:v>
                </c:pt>
                <c:pt idx="36">
                  <c:v>229</c:v>
                </c:pt>
                <c:pt idx="37">
                  <c:v>220</c:v>
                </c:pt>
                <c:pt idx="38">
                  <c:v>191</c:v>
                </c:pt>
                <c:pt idx="39">
                  <c:v>148</c:v>
                </c:pt>
                <c:pt idx="40">
                  <c:v>127</c:v>
                </c:pt>
                <c:pt idx="41">
                  <c:v>147</c:v>
                </c:pt>
                <c:pt idx="42">
                  <c:v>94</c:v>
                </c:pt>
                <c:pt idx="43">
                  <c:v>92</c:v>
                </c:pt>
                <c:pt idx="44">
                  <c:v>69</c:v>
                </c:pt>
                <c:pt idx="45">
                  <c:v>70</c:v>
                </c:pt>
                <c:pt idx="46">
                  <c:v>52</c:v>
                </c:pt>
                <c:pt idx="47">
                  <c:v>43</c:v>
                </c:pt>
                <c:pt idx="48">
                  <c:v>37</c:v>
                </c:pt>
                <c:pt idx="49">
                  <c:v>19</c:v>
                </c:pt>
                <c:pt idx="50">
                  <c:v>11</c:v>
                </c:pt>
                <c:pt idx="51">
                  <c:v>15</c:v>
                </c:pt>
              </c:numCache>
            </c:numRef>
          </c:val>
        </c:ser>
        <c:dLbls>
          <c:showLegendKey val="0"/>
          <c:showVal val="0"/>
          <c:showCatName val="0"/>
          <c:showSerName val="0"/>
          <c:showPercent val="0"/>
          <c:showBubbleSize val="0"/>
        </c:dLbls>
        <c:gapWidth val="219"/>
        <c:overlap val="-27"/>
        <c:axId val="2125317280"/>
        <c:axId val="2125317824"/>
      </c:barChart>
      <c:catAx>
        <c:axId val="2125317280"/>
        <c:scaling>
          <c:orientation val="minMax"/>
        </c:scaling>
        <c:delete val="0"/>
        <c:axPos val="b"/>
        <c:title>
          <c:tx>
            <c:rich>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US" sz="2000">
                    <a:solidFill>
                      <a:schemeClr val="tx1"/>
                    </a:solidFill>
                  </a:rPr>
                  <a:t>°C</a:t>
                </a:r>
              </a:p>
            </c:rich>
          </c:tx>
          <c:layout>
            <c:manualLayout>
              <c:xMode val="edge"/>
              <c:yMode val="edge"/>
              <c:x val="0.92781058617672796"/>
              <c:y val="0.81681029454651499"/>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2125317824"/>
        <c:crosses val="autoZero"/>
        <c:auto val="1"/>
        <c:lblAlgn val="ctr"/>
        <c:lblOffset val="100"/>
        <c:tickLblSkip val="4"/>
        <c:noMultiLvlLbl val="0"/>
      </c:catAx>
      <c:valAx>
        <c:axId val="21253178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125317280"/>
        <c:crosses val="autoZero"/>
        <c:crossBetween val="between"/>
      </c:valAx>
      <c:spPr>
        <a:noFill/>
        <a:ln>
          <a:noFill/>
        </a:ln>
        <a:effectLst/>
      </c:spPr>
    </c:plotArea>
    <c:legend>
      <c:legendPos val="b"/>
      <c:layout>
        <c:manualLayout>
          <c:xMode val="edge"/>
          <c:yMode val="edge"/>
          <c:x val="0.53997134733158358"/>
          <c:y val="0.19481955380577429"/>
          <c:w val="0.42005730533683289"/>
          <c:h val="0.10610637212015164"/>
        </c:manualLayout>
      </c:layout>
      <c:overlay val="0"/>
      <c:spPr>
        <a:noFill/>
        <a:ln>
          <a:noFill/>
        </a:ln>
        <a:effectLst/>
      </c:spPr>
      <c:txPr>
        <a:bodyPr rot="0" spcFirstLastPara="1" vertOverflow="ellipsis" vert="horz" wrap="square" anchor="ctr" anchorCtr="1"/>
        <a:lstStyle/>
        <a:p>
          <a:pPr>
            <a:defRPr sz="2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DD560B-7F91-4CFF-94E7-707CBA57AC95}" type="datetimeFigureOut">
              <a:rPr lang="en-US" smtClean="0"/>
              <a:t>11/17/2025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CD0713-D9F0-4ECC-9B93-641BCA36B9A4}" type="slidenum">
              <a:rPr lang="en-US" smtClean="0"/>
              <a:t>‹Nº›</a:t>
            </a:fld>
            <a:endParaRPr lang="en-US"/>
          </a:p>
        </p:txBody>
      </p:sp>
    </p:spTree>
    <p:extLst>
      <p:ext uri="{BB962C8B-B14F-4D97-AF65-F5344CB8AC3E}">
        <p14:creationId xmlns:p14="http://schemas.microsoft.com/office/powerpoint/2010/main" val="280749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2" y="2130437"/>
            <a:ext cx="103632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828802" y="3886200"/>
            <a:ext cx="8534400" cy="1752600"/>
          </a:xfrm>
        </p:spPr>
        <p:txBody>
          <a:bodyPr/>
          <a:lstStyle>
            <a:lvl1pPr marL="0" indent="0" algn="ctr">
              <a:buNone/>
              <a:defRPr/>
            </a:lvl1pPr>
            <a:lvl2pPr marL="457177" indent="0" algn="ctr">
              <a:buNone/>
              <a:defRPr/>
            </a:lvl2pPr>
            <a:lvl3pPr marL="914355" indent="0" algn="ctr">
              <a:buNone/>
              <a:defRPr/>
            </a:lvl3pPr>
            <a:lvl4pPr marL="1371532" indent="0" algn="ctr">
              <a:buNone/>
              <a:defRPr/>
            </a:lvl4pPr>
            <a:lvl5pPr marL="1828707" indent="0" algn="ctr">
              <a:buNone/>
              <a:defRPr/>
            </a:lvl5pPr>
            <a:lvl6pPr marL="2285886" indent="0" algn="ctr">
              <a:buNone/>
              <a:defRPr/>
            </a:lvl6pPr>
            <a:lvl7pPr marL="2743060" indent="0" algn="ctr">
              <a:buNone/>
              <a:defRPr/>
            </a:lvl7pPr>
            <a:lvl8pPr marL="3200237" indent="0" algn="ctr">
              <a:buNone/>
              <a:defRPr/>
            </a:lvl8pPr>
            <a:lvl9pPr marL="3657416"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B751759-36C1-40D8-A32D-9BBF65E57404}"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3348282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7827E03-059E-4E2C-96D8-80AAC40F5C36}"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3512979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13"/>
            <a:ext cx="103632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963084" y="2906716"/>
            <a:ext cx="10363200" cy="1500187"/>
          </a:xfrm>
        </p:spPr>
        <p:txBody>
          <a:bodyPr anchor="b"/>
          <a:lstStyle>
            <a:lvl1pPr marL="0" indent="0">
              <a:buNone/>
              <a:defRPr sz="2000"/>
            </a:lvl1pPr>
            <a:lvl2pPr marL="457177" indent="0">
              <a:buNone/>
              <a:defRPr sz="1801"/>
            </a:lvl2pPr>
            <a:lvl3pPr marL="914355" indent="0">
              <a:buNone/>
              <a:defRPr sz="1600"/>
            </a:lvl3pPr>
            <a:lvl4pPr marL="1371532" indent="0">
              <a:buNone/>
              <a:defRPr sz="1401"/>
            </a:lvl4pPr>
            <a:lvl5pPr marL="1828707" indent="0">
              <a:buNone/>
              <a:defRPr sz="1401"/>
            </a:lvl5pPr>
            <a:lvl6pPr marL="2285886" indent="0">
              <a:buNone/>
              <a:defRPr sz="1401"/>
            </a:lvl6pPr>
            <a:lvl7pPr marL="2743060" indent="0">
              <a:buNone/>
              <a:defRPr sz="1401"/>
            </a:lvl7pPr>
            <a:lvl8pPr marL="3200237" indent="0">
              <a:buNone/>
              <a:defRPr sz="1401"/>
            </a:lvl8pPr>
            <a:lvl9pPr marL="3657416" indent="0">
              <a:buNone/>
              <a:defRPr sz="1401"/>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DADAFA6-A9ED-4FE5-BB4B-7BD4F22D941F}"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2970327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09601" y="1600208"/>
            <a:ext cx="5384802" cy="4525963"/>
          </a:xfrm>
        </p:spPr>
        <p:txBody>
          <a:bodyPr/>
          <a:lstStyle>
            <a:lvl1pPr>
              <a:defRPr sz="2798"/>
            </a:lvl1pPr>
            <a:lvl2pPr>
              <a:defRPr sz="2400"/>
            </a:lvl2pPr>
            <a:lvl3pPr>
              <a:defRPr sz="2000"/>
            </a:lvl3pPr>
            <a:lvl4pPr>
              <a:defRPr sz="1801"/>
            </a:lvl4pPr>
            <a:lvl5pPr>
              <a:defRPr sz="1801"/>
            </a:lvl5pPr>
            <a:lvl6pPr>
              <a:defRPr sz="1801"/>
            </a:lvl6pPr>
            <a:lvl7pPr>
              <a:defRPr sz="1801"/>
            </a:lvl7pPr>
            <a:lvl8pPr>
              <a:defRPr sz="1801"/>
            </a:lvl8pPr>
            <a:lvl9pPr>
              <a:defRPr sz="1801"/>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3" y="1600208"/>
            <a:ext cx="5384802" cy="4525963"/>
          </a:xfrm>
        </p:spPr>
        <p:txBody>
          <a:bodyPr/>
          <a:lstStyle>
            <a:lvl1pPr>
              <a:defRPr sz="2798"/>
            </a:lvl1pPr>
            <a:lvl2pPr>
              <a:defRPr sz="2400"/>
            </a:lvl2pPr>
            <a:lvl3pPr>
              <a:defRPr sz="2000"/>
            </a:lvl3pPr>
            <a:lvl4pPr>
              <a:defRPr sz="1801"/>
            </a:lvl4pPr>
            <a:lvl5pPr>
              <a:defRPr sz="1801"/>
            </a:lvl5pPr>
            <a:lvl6pPr>
              <a:defRPr sz="1801"/>
            </a:lvl6pPr>
            <a:lvl7pPr>
              <a:defRPr sz="1801"/>
            </a:lvl7pPr>
            <a:lvl8pPr>
              <a:defRPr sz="1801"/>
            </a:lvl8pPr>
            <a:lvl9pPr>
              <a:defRPr sz="1801"/>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F5598B83-A3FD-4502-8A7A-935972931526}"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3542794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09605" y="1535114"/>
            <a:ext cx="5386917" cy="639762"/>
          </a:xfrm>
        </p:spPr>
        <p:txBody>
          <a:bodyPr anchor="b"/>
          <a:lstStyle>
            <a:lvl1pPr marL="0" indent="0">
              <a:buNone/>
              <a:defRPr sz="2400" b="1"/>
            </a:lvl1pPr>
            <a:lvl2pPr marL="457177" indent="0">
              <a:buNone/>
              <a:defRPr sz="2000" b="1"/>
            </a:lvl2pPr>
            <a:lvl3pPr marL="914355" indent="0">
              <a:buNone/>
              <a:defRPr sz="1801" b="1"/>
            </a:lvl3pPr>
            <a:lvl4pPr marL="1371532" indent="0">
              <a:buNone/>
              <a:defRPr sz="1600" b="1"/>
            </a:lvl4pPr>
            <a:lvl5pPr marL="1828707" indent="0">
              <a:buNone/>
              <a:defRPr sz="1600" b="1"/>
            </a:lvl5pPr>
            <a:lvl6pPr marL="2285886" indent="0">
              <a:buNone/>
              <a:defRPr sz="1600" b="1"/>
            </a:lvl6pPr>
            <a:lvl7pPr marL="2743060" indent="0">
              <a:buNone/>
              <a:defRPr sz="1600" b="1"/>
            </a:lvl7pPr>
            <a:lvl8pPr marL="3200237" indent="0">
              <a:buNone/>
              <a:defRPr sz="1600" b="1"/>
            </a:lvl8pPr>
            <a:lvl9pPr marL="3657416"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5" y="2174875"/>
            <a:ext cx="5386917" cy="3951288"/>
          </a:xfrm>
        </p:spPr>
        <p:txBody>
          <a:bodyPr/>
          <a:lstStyle>
            <a:lvl1pPr>
              <a:defRPr sz="2400"/>
            </a:lvl1pPr>
            <a:lvl2pPr>
              <a:defRPr sz="2000"/>
            </a:lvl2pPr>
            <a:lvl3pPr>
              <a:defRPr sz="1801"/>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93379" y="1535114"/>
            <a:ext cx="5389033" cy="639762"/>
          </a:xfrm>
        </p:spPr>
        <p:txBody>
          <a:bodyPr anchor="b"/>
          <a:lstStyle>
            <a:lvl1pPr marL="0" indent="0">
              <a:buNone/>
              <a:defRPr sz="2400" b="1"/>
            </a:lvl1pPr>
            <a:lvl2pPr marL="457177" indent="0">
              <a:buNone/>
              <a:defRPr sz="2000" b="1"/>
            </a:lvl2pPr>
            <a:lvl3pPr marL="914355" indent="0">
              <a:buNone/>
              <a:defRPr sz="1801" b="1"/>
            </a:lvl3pPr>
            <a:lvl4pPr marL="1371532" indent="0">
              <a:buNone/>
              <a:defRPr sz="1600" b="1"/>
            </a:lvl4pPr>
            <a:lvl5pPr marL="1828707" indent="0">
              <a:buNone/>
              <a:defRPr sz="1600" b="1"/>
            </a:lvl5pPr>
            <a:lvl6pPr marL="2285886" indent="0">
              <a:buNone/>
              <a:defRPr sz="1600" b="1"/>
            </a:lvl6pPr>
            <a:lvl7pPr marL="2743060" indent="0">
              <a:buNone/>
              <a:defRPr sz="1600" b="1"/>
            </a:lvl7pPr>
            <a:lvl8pPr marL="3200237" indent="0">
              <a:buNone/>
              <a:defRPr sz="1600" b="1"/>
            </a:lvl8pPr>
            <a:lvl9pPr marL="3657416"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79" y="2174875"/>
            <a:ext cx="5389033" cy="3951288"/>
          </a:xfrm>
        </p:spPr>
        <p:txBody>
          <a:bodyPr/>
          <a:lstStyle>
            <a:lvl1pPr>
              <a:defRPr sz="2400"/>
            </a:lvl1pPr>
            <a:lvl2pPr>
              <a:defRPr sz="2000"/>
            </a:lvl2pPr>
            <a:lvl3pPr>
              <a:defRPr sz="1801"/>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BE62BCA5-E035-4048-84FD-063B69562FC5}"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248662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56CA29A8-9AAC-4887-AAED-6EA96DA27849}"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3568993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E6C56067-4C7C-45DA-975B-8F98D9AF2F3B}"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3363223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50"/>
            <a:ext cx="401108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4766737" y="273063"/>
            <a:ext cx="6815668" cy="5853113"/>
          </a:xfrm>
        </p:spPr>
        <p:txBody>
          <a:bodyPr/>
          <a:lstStyle>
            <a:lvl1pPr>
              <a:defRPr sz="3202"/>
            </a:lvl1pPr>
            <a:lvl2pPr>
              <a:defRPr sz="2798"/>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09605" y="1435105"/>
            <a:ext cx="4011083" cy="4691063"/>
          </a:xfrm>
        </p:spPr>
        <p:txBody>
          <a:bodyPr/>
          <a:lstStyle>
            <a:lvl1pPr marL="0" indent="0">
              <a:buNone/>
              <a:defRPr sz="1401"/>
            </a:lvl1pPr>
            <a:lvl2pPr marL="457177" indent="0">
              <a:buNone/>
              <a:defRPr sz="1202"/>
            </a:lvl2pPr>
            <a:lvl3pPr marL="914355" indent="0">
              <a:buNone/>
              <a:defRPr sz="1001"/>
            </a:lvl3pPr>
            <a:lvl4pPr marL="1371532" indent="0">
              <a:buNone/>
              <a:defRPr sz="900"/>
            </a:lvl4pPr>
            <a:lvl5pPr marL="1828707" indent="0">
              <a:buNone/>
              <a:defRPr sz="900"/>
            </a:lvl5pPr>
            <a:lvl6pPr marL="2285886" indent="0">
              <a:buNone/>
              <a:defRPr sz="900"/>
            </a:lvl6pPr>
            <a:lvl7pPr marL="2743060" indent="0">
              <a:buNone/>
              <a:defRPr sz="900"/>
            </a:lvl7pPr>
            <a:lvl8pPr marL="3200237" indent="0">
              <a:buNone/>
              <a:defRPr sz="900"/>
            </a:lvl8pPr>
            <a:lvl9pPr marL="3657416"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ED2FF58-7D62-40CF-9678-BBD2702AD073}"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1205888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6" y="4800600"/>
            <a:ext cx="73152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389716" y="612775"/>
            <a:ext cx="7315200" cy="4114800"/>
          </a:xfrm>
        </p:spPr>
        <p:txBody>
          <a:bodyPr/>
          <a:lstStyle>
            <a:lvl1pPr marL="0" indent="0">
              <a:buNone/>
              <a:defRPr sz="3202"/>
            </a:lvl1pPr>
            <a:lvl2pPr marL="457177" indent="0">
              <a:buNone/>
              <a:defRPr sz="2798"/>
            </a:lvl2pPr>
            <a:lvl3pPr marL="914355" indent="0">
              <a:buNone/>
              <a:defRPr sz="2400"/>
            </a:lvl3pPr>
            <a:lvl4pPr marL="1371532" indent="0">
              <a:buNone/>
              <a:defRPr sz="2000"/>
            </a:lvl4pPr>
            <a:lvl5pPr marL="1828707" indent="0">
              <a:buNone/>
              <a:defRPr sz="2000"/>
            </a:lvl5pPr>
            <a:lvl6pPr marL="2285886" indent="0">
              <a:buNone/>
              <a:defRPr sz="2000"/>
            </a:lvl6pPr>
            <a:lvl7pPr marL="2743060" indent="0">
              <a:buNone/>
              <a:defRPr sz="2000"/>
            </a:lvl7pPr>
            <a:lvl8pPr marL="3200237" indent="0">
              <a:buNone/>
              <a:defRPr sz="2000"/>
            </a:lvl8pPr>
            <a:lvl9pPr marL="3657416" indent="0">
              <a:buNone/>
              <a:defRPr sz="2000"/>
            </a:lvl9pPr>
          </a:lstStyle>
          <a:p>
            <a:pPr lvl="0"/>
            <a:endParaRPr lang="en-GB" noProof="0" smtClean="0"/>
          </a:p>
        </p:txBody>
      </p:sp>
      <p:sp>
        <p:nvSpPr>
          <p:cNvPr id="4" name="Text Placeholder 3"/>
          <p:cNvSpPr>
            <a:spLocks noGrp="1"/>
          </p:cNvSpPr>
          <p:nvPr>
            <p:ph type="body" sz="half" idx="2"/>
          </p:nvPr>
        </p:nvSpPr>
        <p:spPr>
          <a:xfrm>
            <a:off x="2389716" y="5367338"/>
            <a:ext cx="7315200" cy="804862"/>
          </a:xfrm>
        </p:spPr>
        <p:txBody>
          <a:bodyPr/>
          <a:lstStyle>
            <a:lvl1pPr marL="0" indent="0">
              <a:buNone/>
              <a:defRPr sz="1401"/>
            </a:lvl1pPr>
            <a:lvl2pPr marL="457177" indent="0">
              <a:buNone/>
              <a:defRPr sz="1202"/>
            </a:lvl2pPr>
            <a:lvl3pPr marL="914355" indent="0">
              <a:buNone/>
              <a:defRPr sz="1001"/>
            </a:lvl3pPr>
            <a:lvl4pPr marL="1371532" indent="0">
              <a:buNone/>
              <a:defRPr sz="900"/>
            </a:lvl4pPr>
            <a:lvl5pPr marL="1828707" indent="0">
              <a:buNone/>
              <a:defRPr sz="900"/>
            </a:lvl5pPr>
            <a:lvl6pPr marL="2285886" indent="0">
              <a:buNone/>
              <a:defRPr sz="900"/>
            </a:lvl6pPr>
            <a:lvl7pPr marL="2743060" indent="0">
              <a:buNone/>
              <a:defRPr sz="900"/>
            </a:lvl7pPr>
            <a:lvl8pPr marL="3200237" indent="0">
              <a:buNone/>
              <a:defRPr sz="900"/>
            </a:lvl8pPr>
            <a:lvl9pPr marL="3657416"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F2A9690F-A31C-45DD-8B8A-0C2E1A53B740}"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3534206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84C0A52-9C4F-4AE9-9D7C-F1ED897D29EE}"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2622063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3" y="274652"/>
            <a:ext cx="2743198"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09602" y="274652"/>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955DA63-E69B-40C4-A58A-1B64417C015C}"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469002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274638"/>
            <a:ext cx="1097280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1" y="1600208"/>
            <a:ext cx="10972802"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67940" name="Rectangle 4"/>
          <p:cNvSpPr>
            <a:spLocks noGrp="1" noChangeArrowheads="1"/>
          </p:cNvSpPr>
          <p:nvPr>
            <p:ph type="dt" sz="half" idx="2"/>
          </p:nvPr>
        </p:nvSpPr>
        <p:spPr bwMode="auto">
          <a:xfrm>
            <a:off x="609601" y="6245225"/>
            <a:ext cx="284480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1"/>
            </a:lvl1pPr>
          </a:lstStyle>
          <a:p>
            <a:pPr fontAlgn="base">
              <a:spcBef>
                <a:spcPct val="0"/>
              </a:spcBef>
              <a:spcAft>
                <a:spcPct val="0"/>
              </a:spcAft>
              <a:defRPr/>
            </a:pPr>
            <a:endParaRPr lang="en-US" altLang="en-US">
              <a:solidFill>
                <a:srgbClr val="000000"/>
              </a:solidFill>
            </a:endParaRPr>
          </a:p>
        </p:txBody>
      </p:sp>
      <p:sp>
        <p:nvSpPr>
          <p:cNvPr id="167941" name="Rectangle 5"/>
          <p:cNvSpPr>
            <a:spLocks noGrp="1" noChangeArrowheads="1"/>
          </p:cNvSpPr>
          <p:nvPr>
            <p:ph type="ftr" sz="quarter" idx="3"/>
          </p:nvPr>
        </p:nvSpPr>
        <p:spPr bwMode="auto">
          <a:xfrm>
            <a:off x="4165603" y="6245225"/>
            <a:ext cx="386079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1"/>
            </a:lvl1pPr>
          </a:lstStyle>
          <a:p>
            <a:pPr fontAlgn="base">
              <a:spcBef>
                <a:spcPct val="0"/>
              </a:spcBef>
              <a:spcAft>
                <a:spcPct val="0"/>
              </a:spcAft>
              <a:defRPr/>
            </a:pPr>
            <a:endParaRPr lang="en-US" altLang="en-US">
              <a:solidFill>
                <a:srgbClr val="000000"/>
              </a:solidFill>
            </a:endParaRPr>
          </a:p>
        </p:txBody>
      </p:sp>
      <p:sp>
        <p:nvSpPr>
          <p:cNvPr id="167942" name="Rectangle 6"/>
          <p:cNvSpPr>
            <a:spLocks noGrp="1" noChangeArrowheads="1"/>
          </p:cNvSpPr>
          <p:nvPr>
            <p:ph type="sldNum" sz="quarter" idx="4"/>
          </p:nvPr>
        </p:nvSpPr>
        <p:spPr bwMode="auto">
          <a:xfrm>
            <a:off x="8737601" y="6245225"/>
            <a:ext cx="284480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1"/>
            </a:lvl1pPr>
          </a:lstStyle>
          <a:p>
            <a:pPr fontAlgn="base">
              <a:spcBef>
                <a:spcPct val="0"/>
              </a:spcBef>
              <a:spcAft>
                <a:spcPct val="0"/>
              </a:spcAft>
              <a:defRPr/>
            </a:pPr>
            <a:fld id="{201A1DD4-C5DA-43A3-9400-F8656E6CC85F}" type="slidenum">
              <a:rPr lang="en-US" altLang="en-US">
                <a:solidFill>
                  <a:srgbClr val="000000"/>
                </a:solidFill>
              </a:rPr>
              <a:pPr fontAlgn="base">
                <a:spcBef>
                  <a:spcPct val="0"/>
                </a:spcBef>
                <a:spcAft>
                  <a:spcPct val="0"/>
                </a:spcAft>
                <a:defRPr/>
              </a:pPr>
              <a:t>‹Nº›</a:t>
            </a:fld>
            <a:endParaRPr lang="en-US" altLang="en-US">
              <a:solidFill>
                <a:srgbClr val="000000"/>
              </a:solidFill>
            </a:endParaRPr>
          </a:p>
        </p:txBody>
      </p:sp>
    </p:spTree>
    <p:extLst>
      <p:ext uri="{BB962C8B-B14F-4D97-AF65-F5344CB8AC3E}">
        <p14:creationId xmlns:p14="http://schemas.microsoft.com/office/powerpoint/2010/main" val="33417424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177" algn="ctr" rtl="0" fontAlgn="base">
        <a:spcBef>
          <a:spcPct val="0"/>
        </a:spcBef>
        <a:spcAft>
          <a:spcPct val="0"/>
        </a:spcAft>
        <a:defRPr sz="4400">
          <a:solidFill>
            <a:schemeClr val="tx2"/>
          </a:solidFill>
          <a:latin typeface="Arial" charset="0"/>
        </a:defRPr>
      </a:lvl6pPr>
      <a:lvl7pPr marL="914355" algn="ctr" rtl="0" fontAlgn="base">
        <a:spcBef>
          <a:spcPct val="0"/>
        </a:spcBef>
        <a:spcAft>
          <a:spcPct val="0"/>
        </a:spcAft>
        <a:defRPr sz="4400">
          <a:solidFill>
            <a:schemeClr val="tx2"/>
          </a:solidFill>
          <a:latin typeface="Arial" charset="0"/>
        </a:defRPr>
      </a:lvl7pPr>
      <a:lvl8pPr marL="1371532" algn="ctr" rtl="0" fontAlgn="base">
        <a:spcBef>
          <a:spcPct val="0"/>
        </a:spcBef>
        <a:spcAft>
          <a:spcPct val="0"/>
        </a:spcAft>
        <a:defRPr sz="4400">
          <a:solidFill>
            <a:schemeClr val="tx2"/>
          </a:solidFill>
          <a:latin typeface="Arial" charset="0"/>
        </a:defRPr>
      </a:lvl8pPr>
      <a:lvl9pPr marL="1828707" algn="ctr" rtl="0" fontAlgn="base">
        <a:spcBef>
          <a:spcPct val="0"/>
        </a:spcBef>
        <a:spcAft>
          <a:spcPct val="0"/>
        </a:spcAft>
        <a:defRPr sz="4400">
          <a:solidFill>
            <a:schemeClr val="tx2"/>
          </a:solidFill>
          <a:latin typeface="Arial" charset="0"/>
        </a:defRPr>
      </a:lvl9pPr>
    </p:titleStyle>
    <p:bodyStyle>
      <a:lvl1pPr marL="342883" indent="-342883" algn="l" rtl="0" eaLnBrk="0" fontAlgn="base" hangingPunct="0">
        <a:spcBef>
          <a:spcPct val="20000"/>
        </a:spcBef>
        <a:spcAft>
          <a:spcPct val="0"/>
        </a:spcAft>
        <a:buChar char="•"/>
        <a:defRPr sz="3202">
          <a:solidFill>
            <a:schemeClr val="tx1"/>
          </a:solidFill>
          <a:latin typeface="+mn-lt"/>
          <a:ea typeface="+mn-ea"/>
          <a:cs typeface="+mn-cs"/>
        </a:defRPr>
      </a:lvl1pPr>
      <a:lvl2pPr marL="742912" indent="-285737" algn="l" rtl="0" eaLnBrk="0" fontAlgn="base" hangingPunct="0">
        <a:spcBef>
          <a:spcPct val="20000"/>
        </a:spcBef>
        <a:spcAft>
          <a:spcPct val="0"/>
        </a:spcAft>
        <a:buChar char="–"/>
        <a:defRPr sz="2798">
          <a:solidFill>
            <a:schemeClr val="tx1"/>
          </a:solidFill>
          <a:latin typeface="+mn-lt"/>
        </a:defRPr>
      </a:lvl2pPr>
      <a:lvl3pPr marL="1142942" indent="-228590" algn="l" rtl="0" eaLnBrk="0" fontAlgn="base" hangingPunct="0">
        <a:spcBef>
          <a:spcPct val="20000"/>
        </a:spcBef>
        <a:spcAft>
          <a:spcPct val="0"/>
        </a:spcAft>
        <a:buChar char="•"/>
        <a:defRPr sz="2400">
          <a:solidFill>
            <a:schemeClr val="tx1"/>
          </a:solidFill>
          <a:latin typeface="+mn-lt"/>
        </a:defRPr>
      </a:lvl3pPr>
      <a:lvl4pPr marL="1600118" indent="-228590" algn="l" rtl="0" eaLnBrk="0" fontAlgn="base" hangingPunct="0">
        <a:spcBef>
          <a:spcPct val="20000"/>
        </a:spcBef>
        <a:spcAft>
          <a:spcPct val="0"/>
        </a:spcAft>
        <a:buChar char="–"/>
        <a:defRPr sz="2000">
          <a:solidFill>
            <a:schemeClr val="tx1"/>
          </a:solidFill>
          <a:latin typeface="+mn-lt"/>
        </a:defRPr>
      </a:lvl4pPr>
      <a:lvl5pPr marL="2057297" indent="-228590" algn="l" rtl="0" eaLnBrk="0" fontAlgn="base" hangingPunct="0">
        <a:spcBef>
          <a:spcPct val="20000"/>
        </a:spcBef>
        <a:spcAft>
          <a:spcPct val="0"/>
        </a:spcAft>
        <a:buChar char="»"/>
        <a:defRPr sz="2000">
          <a:solidFill>
            <a:schemeClr val="tx1"/>
          </a:solidFill>
          <a:latin typeface="+mn-lt"/>
        </a:defRPr>
      </a:lvl5pPr>
      <a:lvl6pPr marL="2514472" indent="-228590" algn="l" rtl="0" fontAlgn="base">
        <a:spcBef>
          <a:spcPct val="20000"/>
        </a:spcBef>
        <a:spcAft>
          <a:spcPct val="0"/>
        </a:spcAft>
        <a:buChar char="»"/>
        <a:defRPr sz="2000">
          <a:solidFill>
            <a:schemeClr val="tx1"/>
          </a:solidFill>
          <a:latin typeface="+mn-lt"/>
        </a:defRPr>
      </a:lvl6pPr>
      <a:lvl7pPr marL="2971650" indent="-228590" algn="l" rtl="0" fontAlgn="base">
        <a:spcBef>
          <a:spcPct val="20000"/>
        </a:spcBef>
        <a:spcAft>
          <a:spcPct val="0"/>
        </a:spcAft>
        <a:buChar char="»"/>
        <a:defRPr sz="2000">
          <a:solidFill>
            <a:schemeClr val="tx1"/>
          </a:solidFill>
          <a:latin typeface="+mn-lt"/>
        </a:defRPr>
      </a:lvl7pPr>
      <a:lvl8pPr marL="3428827" indent="-228590" algn="l" rtl="0" fontAlgn="base">
        <a:spcBef>
          <a:spcPct val="20000"/>
        </a:spcBef>
        <a:spcAft>
          <a:spcPct val="0"/>
        </a:spcAft>
        <a:buChar char="»"/>
        <a:defRPr sz="2000">
          <a:solidFill>
            <a:schemeClr val="tx1"/>
          </a:solidFill>
          <a:latin typeface="+mn-lt"/>
        </a:defRPr>
      </a:lvl8pPr>
      <a:lvl9pPr marL="3886004" indent="-22859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355" rtl="0" eaLnBrk="1" latinLnBrk="0" hangingPunct="1">
        <a:defRPr sz="1801" kern="1200">
          <a:solidFill>
            <a:schemeClr val="tx1"/>
          </a:solidFill>
          <a:latin typeface="+mn-lt"/>
          <a:ea typeface="+mn-ea"/>
          <a:cs typeface="+mn-cs"/>
        </a:defRPr>
      </a:lvl1pPr>
      <a:lvl2pPr marL="457177" algn="l" defTabSz="914355" rtl="0" eaLnBrk="1" latinLnBrk="0" hangingPunct="1">
        <a:defRPr sz="1801" kern="1200">
          <a:solidFill>
            <a:schemeClr val="tx1"/>
          </a:solidFill>
          <a:latin typeface="+mn-lt"/>
          <a:ea typeface="+mn-ea"/>
          <a:cs typeface="+mn-cs"/>
        </a:defRPr>
      </a:lvl2pPr>
      <a:lvl3pPr marL="914355" algn="l" defTabSz="914355" rtl="0" eaLnBrk="1" latinLnBrk="0" hangingPunct="1">
        <a:defRPr sz="1801" kern="1200">
          <a:solidFill>
            <a:schemeClr val="tx1"/>
          </a:solidFill>
          <a:latin typeface="+mn-lt"/>
          <a:ea typeface="+mn-ea"/>
          <a:cs typeface="+mn-cs"/>
        </a:defRPr>
      </a:lvl3pPr>
      <a:lvl4pPr marL="1371532" algn="l" defTabSz="914355" rtl="0" eaLnBrk="1" latinLnBrk="0" hangingPunct="1">
        <a:defRPr sz="1801" kern="1200">
          <a:solidFill>
            <a:schemeClr val="tx1"/>
          </a:solidFill>
          <a:latin typeface="+mn-lt"/>
          <a:ea typeface="+mn-ea"/>
          <a:cs typeface="+mn-cs"/>
        </a:defRPr>
      </a:lvl4pPr>
      <a:lvl5pPr marL="1828707" algn="l" defTabSz="914355" rtl="0" eaLnBrk="1" latinLnBrk="0" hangingPunct="1">
        <a:defRPr sz="1801" kern="1200">
          <a:solidFill>
            <a:schemeClr val="tx1"/>
          </a:solidFill>
          <a:latin typeface="+mn-lt"/>
          <a:ea typeface="+mn-ea"/>
          <a:cs typeface="+mn-cs"/>
        </a:defRPr>
      </a:lvl5pPr>
      <a:lvl6pPr marL="2285886" algn="l" defTabSz="914355" rtl="0" eaLnBrk="1" latinLnBrk="0" hangingPunct="1">
        <a:defRPr sz="1801" kern="1200">
          <a:solidFill>
            <a:schemeClr val="tx1"/>
          </a:solidFill>
          <a:latin typeface="+mn-lt"/>
          <a:ea typeface="+mn-ea"/>
          <a:cs typeface="+mn-cs"/>
        </a:defRPr>
      </a:lvl6pPr>
      <a:lvl7pPr marL="2743060" algn="l" defTabSz="914355" rtl="0" eaLnBrk="1" latinLnBrk="0" hangingPunct="1">
        <a:defRPr sz="1801" kern="1200">
          <a:solidFill>
            <a:schemeClr val="tx1"/>
          </a:solidFill>
          <a:latin typeface="+mn-lt"/>
          <a:ea typeface="+mn-ea"/>
          <a:cs typeface="+mn-cs"/>
        </a:defRPr>
      </a:lvl7pPr>
      <a:lvl8pPr marL="3200237" algn="l" defTabSz="914355" rtl="0" eaLnBrk="1" latinLnBrk="0" hangingPunct="1">
        <a:defRPr sz="1801" kern="1200">
          <a:solidFill>
            <a:schemeClr val="tx1"/>
          </a:solidFill>
          <a:latin typeface="+mn-lt"/>
          <a:ea typeface="+mn-ea"/>
          <a:cs typeface="+mn-cs"/>
        </a:defRPr>
      </a:lvl8pPr>
      <a:lvl9pPr marL="3657416" algn="l" defTabSz="914355"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1" y="274639"/>
            <a:ext cx="10972802" cy="858126"/>
          </a:xfrm>
        </p:spPr>
        <p:txBody>
          <a:bodyPr/>
          <a:lstStyle/>
          <a:p>
            <a:r>
              <a:rPr lang="es-ES" sz="3600" b="1" dirty="0" smtClean="0">
                <a:solidFill>
                  <a:srgbClr val="A50021"/>
                </a:solidFill>
                <a:cs typeface="Times New Roman" panose="02020603050405020304" pitchFamily="18" charset="0"/>
              </a:rPr>
              <a:t>Homogeneización interactiva</a:t>
            </a:r>
            <a:endParaRPr lang="en-US" sz="3600" dirty="0"/>
          </a:p>
        </p:txBody>
      </p:sp>
      <p:sp>
        <p:nvSpPr>
          <p:cNvPr id="3" name="Marcador de contenido 2"/>
          <p:cNvSpPr>
            <a:spLocks noGrp="1"/>
          </p:cNvSpPr>
          <p:nvPr>
            <p:ph idx="1"/>
          </p:nvPr>
        </p:nvSpPr>
        <p:spPr>
          <a:xfrm>
            <a:off x="605053" y="1392071"/>
            <a:ext cx="10972802" cy="4899547"/>
          </a:xfrm>
        </p:spPr>
        <p:txBody>
          <a:bodyPr/>
          <a:lstStyle/>
          <a:p>
            <a:r>
              <a:rPr lang="es-ES" sz="2400" dirty="0" smtClean="0"/>
              <a:t>Se debe editar fichero “*****edit.txt” con los números de orden de las series para homogeneización interactiva. Se pone este fichero al directorio Input.</a:t>
            </a:r>
          </a:p>
          <a:p>
            <a:r>
              <a:rPr lang="es-ES" sz="2400" dirty="0" smtClean="0"/>
              <a:t>Se cambia las soluciones ofrecidos por ACMANT solo cuando hay justificación solida para intervenir. Sin embargo, la selección del periodo de referencia en la homogeneización de PDF es una excepción, eso siempre necesita control humano.</a:t>
            </a:r>
          </a:p>
          <a:p>
            <a:r>
              <a:rPr lang="es-ES" sz="2400" dirty="0" smtClean="0"/>
              <a:t>Se puede cambiar</a:t>
            </a:r>
          </a:p>
          <a:p>
            <a:pPr marL="0" indent="0">
              <a:spcBef>
                <a:spcPts val="0"/>
              </a:spcBef>
              <a:buNone/>
            </a:pPr>
            <a:r>
              <a:rPr lang="es-ES" sz="2400" dirty="0"/>
              <a:t> </a:t>
            </a:r>
            <a:r>
              <a:rPr lang="es-ES" sz="2400" dirty="0" smtClean="0"/>
              <a:t>  </a:t>
            </a:r>
            <a:r>
              <a:rPr lang="es-ES" sz="2400" dirty="0" smtClean="0"/>
              <a:t> </a:t>
            </a:r>
            <a:r>
              <a:rPr lang="es-ES" sz="2200" dirty="0" smtClean="0"/>
              <a:t>(i) el periodo de referencia en la homogeneización de PDF</a:t>
            </a:r>
          </a:p>
          <a:p>
            <a:pPr marL="0" indent="0">
              <a:spcBef>
                <a:spcPts val="0"/>
              </a:spcBef>
              <a:buNone/>
            </a:pPr>
            <a:r>
              <a:rPr lang="es-ES" sz="2200" dirty="0"/>
              <a:t> </a:t>
            </a:r>
            <a:r>
              <a:rPr lang="es-ES" sz="2200" dirty="0" smtClean="0"/>
              <a:t>   (ii) el contenido de </a:t>
            </a:r>
            <a:r>
              <a:rPr lang="es-ES" sz="2200" dirty="0" err="1" smtClean="0"/>
              <a:t>networks</a:t>
            </a:r>
            <a:r>
              <a:rPr lang="es-ES" sz="2200" dirty="0" smtClean="0"/>
              <a:t> (quitar o añadir series)</a:t>
            </a:r>
          </a:p>
          <a:p>
            <a:pPr marL="0" indent="0">
              <a:spcBef>
                <a:spcPts val="0"/>
              </a:spcBef>
              <a:buNone/>
            </a:pPr>
            <a:r>
              <a:rPr lang="es-ES" sz="2200" dirty="0"/>
              <a:t> </a:t>
            </a:r>
            <a:r>
              <a:rPr lang="es-ES" sz="2200" dirty="0" smtClean="0"/>
              <a:t>   (iii) el límite de correlación especificado para un </a:t>
            </a:r>
            <a:r>
              <a:rPr lang="es-ES" sz="2200" dirty="0" err="1" smtClean="0"/>
              <a:t>network</a:t>
            </a:r>
            <a:endParaRPr lang="es-ES" sz="2200" dirty="0"/>
          </a:p>
          <a:p>
            <a:pPr marL="0" indent="0">
              <a:spcBef>
                <a:spcPts val="0"/>
              </a:spcBef>
              <a:buNone/>
            </a:pPr>
            <a:r>
              <a:rPr lang="es-ES" sz="2200" dirty="0" smtClean="0"/>
              <a:t>    (iv) la lista de saltos del primero ciclo de la homogeneización</a:t>
            </a:r>
          </a:p>
          <a:p>
            <a:pPr lvl="0"/>
            <a:r>
              <a:rPr lang="es-ES" sz="2400" dirty="0" smtClean="0">
                <a:solidFill>
                  <a:srgbClr val="000000"/>
                </a:solidFill>
              </a:rPr>
              <a:t>Se puede pedir la repetición inmediata de la homogeneización de un </a:t>
            </a:r>
            <a:r>
              <a:rPr lang="es-ES" sz="2400" dirty="0" err="1" smtClean="0">
                <a:solidFill>
                  <a:srgbClr val="000000"/>
                </a:solidFill>
              </a:rPr>
              <a:t>network</a:t>
            </a:r>
            <a:endParaRPr lang="es-ES" sz="2400" dirty="0">
              <a:solidFill>
                <a:srgbClr val="000000"/>
              </a:solidFill>
            </a:endParaRPr>
          </a:p>
          <a:p>
            <a:pPr marL="0" indent="0">
              <a:buNone/>
            </a:pPr>
            <a:endParaRPr lang="es-ES" sz="2400" dirty="0" smtClean="0"/>
          </a:p>
        </p:txBody>
      </p:sp>
    </p:spTree>
    <p:extLst>
      <p:ext uri="{BB962C8B-B14F-4D97-AF65-F5344CB8AC3E}">
        <p14:creationId xmlns:p14="http://schemas.microsoft.com/office/powerpoint/2010/main" val="2218305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600" b="1" dirty="0" smtClean="0">
                <a:solidFill>
                  <a:srgbClr val="A50021"/>
                </a:solidFill>
                <a:cs typeface="Times New Roman" panose="02020603050405020304" pitchFamily="18" charset="0"/>
              </a:rPr>
              <a:t>Periodo de referencia: porqué es problema?</a:t>
            </a:r>
            <a:endParaRPr lang="en-US" sz="3600" dirty="0"/>
          </a:p>
        </p:txBody>
      </p:sp>
      <p:graphicFrame>
        <p:nvGraphicFramePr>
          <p:cNvPr id="5" name="Marcador de contenido 4"/>
          <p:cNvGraphicFramePr>
            <a:graphicFrameLocks noGrp="1"/>
          </p:cNvGraphicFramePr>
          <p:nvPr>
            <p:ph idx="1"/>
            <p:extLst>
              <p:ext uri="{D42A27DB-BD31-4B8C-83A1-F6EECF244321}">
                <p14:modId xmlns:p14="http://schemas.microsoft.com/office/powerpoint/2010/main" val="2743503361"/>
              </p:ext>
            </p:extLst>
          </p:nvPr>
        </p:nvGraphicFramePr>
        <p:xfrm>
          <a:off x="609600" y="1600200"/>
          <a:ext cx="10972800" cy="45259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27477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600" b="1" dirty="0" smtClean="0">
                <a:solidFill>
                  <a:srgbClr val="A50021"/>
                </a:solidFill>
                <a:cs typeface="Times New Roman" panose="02020603050405020304" pitchFamily="18" charset="0"/>
              </a:rPr>
              <a:t>Periodo de referencia en PDF homogeneización</a:t>
            </a:r>
            <a:endParaRPr lang="en-US" sz="3600" dirty="0"/>
          </a:p>
        </p:txBody>
      </p:sp>
      <p:sp>
        <p:nvSpPr>
          <p:cNvPr id="3" name="Marcador de contenido 2"/>
          <p:cNvSpPr>
            <a:spLocks noGrp="1"/>
          </p:cNvSpPr>
          <p:nvPr>
            <p:ph idx="1"/>
          </p:nvPr>
        </p:nvSpPr>
        <p:spPr/>
        <p:txBody>
          <a:bodyPr/>
          <a:lstStyle/>
          <a:p>
            <a:r>
              <a:rPr lang="es-ES" sz="2400" dirty="0" smtClean="0"/>
              <a:t>ACMANT ofrece el último HSP como solución por defecto, y muestra la división a </a:t>
            </a:r>
            <a:r>
              <a:rPr lang="es-ES" sz="2400" dirty="0" err="1" smtClean="0"/>
              <a:t>HSPs</a:t>
            </a:r>
            <a:r>
              <a:rPr lang="es-ES" sz="2400" dirty="0" smtClean="0"/>
              <a:t> con enumeración de los </a:t>
            </a:r>
            <a:r>
              <a:rPr lang="es-ES" sz="2400" dirty="0" err="1" smtClean="0"/>
              <a:t>HSPs</a:t>
            </a:r>
            <a:r>
              <a:rPr lang="es-ES" sz="2400" dirty="0" smtClean="0"/>
              <a:t>.</a:t>
            </a:r>
            <a:r>
              <a:rPr lang="en-US" sz="2400" dirty="0" smtClean="0"/>
              <a:t> </a:t>
            </a:r>
            <a:r>
              <a:rPr lang="es-ES" sz="2400" dirty="0" smtClean="0"/>
              <a:t>El usuario debe escribir el serial número del HSP seleccionado.</a:t>
            </a:r>
          </a:p>
          <a:p>
            <a:r>
              <a:rPr lang="es-ES" sz="2400" dirty="0" smtClean="0"/>
              <a:t>Esta operación se hace en división anual en la homogeneización de viento, humedad relativa o presión atmosférica.</a:t>
            </a:r>
          </a:p>
          <a:p>
            <a:r>
              <a:rPr lang="es-ES" sz="2400" dirty="0" smtClean="0"/>
              <a:t>En la homogeneización de temperatura, duración de sol o radiación, los </a:t>
            </a:r>
            <a:r>
              <a:rPr lang="es-ES" sz="2400" dirty="0" err="1" smtClean="0"/>
              <a:t>HSPs</a:t>
            </a:r>
            <a:r>
              <a:rPr lang="es-ES" sz="2400" dirty="0" smtClean="0"/>
              <a:t> están mostrados para cada mes calendario, y se debe introducir un serial número para cada mes que pertenezca a la referencia HSP seleccionado para ese mes.  </a:t>
            </a:r>
          </a:p>
        </p:txBody>
      </p:sp>
    </p:spTree>
    <p:extLst>
      <p:ext uri="{BB962C8B-B14F-4D97-AF65-F5344CB8AC3E}">
        <p14:creationId xmlns:p14="http://schemas.microsoft.com/office/powerpoint/2010/main" val="2183707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1" y="274639"/>
            <a:ext cx="10972802" cy="858126"/>
          </a:xfrm>
        </p:spPr>
        <p:txBody>
          <a:bodyPr/>
          <a:lstStyle/>
          <a:p>
            <a:r>
              <a:rPr lang="es-ES" sz="3600" b="1" dirty="0" smtClean="0">
                <a:solidFill>
                  <a:srgbClr val="A50021"/>
                </a:solidFill>
                <a:cs typeface="Times New Roman" panose="02020603050405020304" pitchFamily="18" charset="0"/>
              </a:rPr>
              <a:t>Editar </a:t>
            </a:r>
            <a:r>
              <a:rPr lang="es-ES" sz="3600" b="1" dirty="0" err="1" smtClean="0">
                <a:solidFill>
                  <a:srgbClr val="A50021"/>
                </a:solidFill>
                <a:cs typeface="Times New Roman" panose="02020603050405020304" pitchFamily="18" charset="0"/>
              </a:rPr>
              <a:t>networks</a:t>
            </a:r>
            <a:endParaRPr lang="en-US" sz="3600" dirty="0"/>
          </a:p>
        </p:txBody>
      </p:sp>
      <p:sp>
        <p:nvSpPr>
          <p:cNvPr id="3" name="Marcador de contenido 2"/>
          <p:cNvSpPr>
            <a:spLocks noGrp="1"/>
          </p:cNvSpPr>
          <p:nvPr>
            <p:ph idx="1"/>
          </p:nvPr>
        </p:nvSpPr>
        <p:spPr>
          <a:xfrm>
            <a:off x="605053" y="1392071"/>
            <a:ext cx="10972802" cy="4899547"/>
          </a:xfrm>
        </p:spPr>
        <p:txBody>
          <a:bodyPr/>
          <a:lstStyle/>
          <a:p>
            <a:r>
              <a:rPr lang="es-ES" sz="2400" dirty="0" smtClean="0"/>
              <a:t>Si una o mas series tienen efectos adversos a la homogeneización de la serie candidata del </a:t>
            </a:r>
            <a:r>
              <a:rPr lang="es-ES" sz="2400" dirty="0" err="1" smtClean="0"/>
              <a:t>network</a:t>
            </a:r>
            <a:r>
              <a:rPr lang="es-ES" sz="2400" dirty="0" smtClean="0"/>
              <a:t>, se puede quitar series vecinales. En cualquiera edición se debe mantener las </a:t>
            </a:r>
            <a:r>
              <a:rPr lang="es-ES" sz="2400" dirty="0" smtClean="0"/>
              <a:t>estructuras ordenadas</a:t>
            </a:r>
            <a:r>
              <a:rPr lang="es-ES" sz="2400" dirty="0"/>
              <a:t> </a:t>
            </a:r>
            <a:r>
              <a:rPr lang="es-ES" sz="2400" dirty="0" smtClean="0"/>
              <a:t>típicas a </a:t>
            </a:r>
            <a:r>
              <a:rPr lang="es-ES" sz="2400" dirty="0" err="1" smtClean="0"/>
              <a:t>networks</a:t>
            </a:r>
            <a:r>
              <a:rPr lang="es-ES" sz="2400" dirty="0" smtClean="0"/>
              <a:t>:</a:t>
            </a:r>
            <a:endParaRPr lang="es-ES" sz="2400" dirty="0" smtClean="0"/>
          </a:p>
          <a:p>
            <a:pPr marL="0" indent="0">
              <a:spcBef>
                <a:spcPts val="600"/>
              </a:spcBef>
              <a:buNone/>
            </a:pPr>
            <a:r>
              <a:rPr lang="es-ES" sz="2400" dirty="0"/>
              <a:t> </a:t>
            </a:r>
            <a:r>
              <a:rPr lang="es-ES" sz="2400" dirty="0" smtClean="0"/>
              <a:t>    - </a:t>
            </a:r>
            <a:r>
              <a:rPr lang="es-ES" sz="2400" dirty="0"/>
              <a:t>U</a:t>
            </a:r>
            <a:r>
              <a:rPr lang="es-ES" sz="2400" dirty="0" smtClean="0"/>
              <a:t>n </a:t>
            </a:r>
            <a:r>
              <a:rPr lang="es-ES" sz="2400" dirty="0" smtClean="0"/>
              <a:t>número de orden en el nombre de un fichero </a:t>
            </a:r>
            <a:r>
              <a:rPr lang="es-ES" sz="2400" dirty="0" smtClean="0"/>
              <a:t>difiere desde </a:t>
            </a:r>
            <a:r>
              <a:rPr lang="es-ES" sz="2400" dirty="0" smtClean="0"/>
              <a:t>el </a:t>
            </a:r>
            <a:r>
              <a:rPr lang="es-ES" sz="2400" dirty="0" smtClean="0"/>
              <a:t>número</a:t>
            </a:r>
          </a:p>
          <a:p>
            <a:pPr marL="0" indent="0">
              <a:spcBef>
                <a:spcPts val="0"/>
              </a:spcBef>
              <a:buNone/>
            </a:pPr>
            <a:r>
              <a:rPr lang="es-ES" sz="2400" dirty="0"/>
              <a:t> </a:t>
            </a:r>
            <a:r>
              <a:rPr lang="es-ES" sz="2400" dirty="0" smtClean="0"/>
              <a:t>      </a:t>
            </a:r>
            <a:r>
              <a:rPr lang="es-ES" sz="2400" dirty="0" smtClean="0"/>
              <a:t>de orden de la misma serie en </a:t>
            </a:r>
            <a:r>
              <a:rPr lang="es-ES" sz="2400" dirty="0" smtClean="0"/>
              <a:t>la dato base </a:t>
            </a:r>
            <a:r>
              <a:rPr lang="es-ES" sz="2400" dirty="0" smtClean="0"/>
              <a:t>entera;</a:t>
            </a:r>
            <a:endParaRPr lang="es-ES" sz="2400" dirty="0" smtClean="0"/>
          </a:p>
          <a:p>
            <a:pPr marL="0" indent="0">
              <a:buNone/>
            </a:pPr>
            <a:r>
              <a:rPr lang="es-ES" sz="2400" dirty="0"/>
              <a:t> </a:t>
            </a:r>
            <a:r>
              <a:rPr lang="es-ES" sz="2400" dirty="0" smtClean="0"/>
              <a:t>    - Todas las series cubren el mismo </a:t>
            </a:r>
            <a:r>
              <a:rPr lang="es-ES" sz="2400" dirty="0" smtClean="0"/>
              <a:t>periodo;</a:t>
            </a:r>
            <a:endParaRPr lang="es-ES" sz="2400" dirty="0" smtClean="0"/>
          </a:p>
          <a:p>
            <a:pPr marL="0" indent="0">
              <a:buNone/>
            </a:pPr>
            <a:r>
              <a:rPr lang="es-ES" sz="2400" dirty="0"/>
              <a:t> </a:t>
            </a:r>
            <a:r>
              <a:rPr lang="es-ES" sz="2400" dirty="0" smtClean="0"/>
              <a:t>    - Bajo de los datos climáticos están los metadatos de la serie. En la </a:t>
            </a:r>
            <a:r>
              <a:rPr lang="es-ES" sz="2400" dirty="0" smtClean="0"/>
              <a:t>cabeza</a:t>
            </a:r>
          </a:p>
          <a:p>
            <a:pPr marL="0" indent="0">
              <a:spcBef>
                <a:spcPts val="0"/>
              </a:spcBef>
              <a:buNone/>
            </a:pPr>
            <a:r>
              <a:rPr lang="es-ES" sz="2400" dirty="0" smtClean="0"/>
              <a:t>       de la lista </a:t>
            </a:r>
            <a:r>
              <a:rPr lang="es-ES" sz="2400" dirty="0" smtClean="0"/>
              <a:t>está el número de metadatos. Si no hay metadato </a:t>
            </a:r>
            <a:r>
              <a:rPr lang="es-ES" sz="2400" dirty="0" smtClean="0"/>
              <a:t>“0</a:t>
            </a:r>
            <a:r>
              <a:rPr lang="es-ES" sz="2400" dirty="0" smtClean="0"/>
              <a:t>” </a:t>
            </a:r>
            <a:r>
              <a:rPr lang="es-ES" sz="2400" dirty="0" smtClean="0"/>
              <a:t>indica eso.</a:t>
            </a:r>
            <a:endParaRPr lang="es-ES" sz="2400" dirty="0" smtClean="0"/>
          </a:p>
          <a:p>
            <a:pPr marL="0" indent="0">
              <a:buNone/>
            </a:pPr>
            <a:r>
              <a:rPr lang="es-ES" sz="2400" dirty="0" smtClean="0"/>
              <a:t>     - En cada </a:t>
            </a:r>
            <a:r>
              <a:rPr lang="es-ES" sz="2400" dirty="0" err="1" smtClean="0"/>
              <a:t>network</a:t>
            </a:r>
            <a:r>
              <a:rPr lang="es-ES" sz="2400" dirty="0" smtClean="0"/>
              <a:t> hay un fichero con dos números: el primero muestra </a:t>
            </a:r>
            <a:r>
              <a:rPr lang="es-ES" sz="2400" dirty="0" smtClean="0"/>
              <a:t>el</a:t>
            </a:r>
          </a:p>
          <a:p>
            <a:pPr marL="0" indent="0">
              <a:spcBef>
                <a:spcPts val="0"/>
              </a:spcBef>
              <a:buNone/>
            </a:pPr>
            <a:r>
              <a:rPr lang="es-ES" sz="2400" dirty="0"/>
              <a:t> </a:t>
            </a:r>
            <a:r>
              <a:rPr lang="es-ES" sz="2400" dirty="0" smtClean="0"/>
              <a:t>      </a:t>
            </a:r>
            <a:r>
              <a:rPr lang="es-ES" sz="2400" dirty="0" smtClean="0"/>
              <a:t>número</a:t>
            </a:r>
            <a:r>
              <a:rPr lang="es-ES" sz="2400" dirty="0"/>
              <a:t> </a:t>
            </a:r>
            <a:r>
              <a:rPr lang="es-ES" sz="2400" dirty="0" smtClean="0"/>
              <a:t>(</a:t>
            </a:r>
            <a:r>
              <a:rPr lang="es-ES" sz="2400" i="1" dirty="0" smtClean="0"/>
              <a:t>k</a:t>
            </a:r>
            <a:r>
              <a:rPr lang="es-ES" sz="2400" dirty="0" smtClean="0"/>
              <a:t>1</a:t>
            </a:r>
            <a:r>
              <a:rPr lang="es-ES" sz="2400" dirty="0" smtClean="0"/>
              <a:t>) de series usadas en todo el procedimiento de ACMANT</a:t>
            </a:r>
            <a:r>
              <a:rPr lang="es-ES" sz="2400" dirty="0" smtClean="0"/>
              <a:t>,</a:t>
            </a:r>
          </a:p>
          <a:p>
            <a:pPr marL="0" indent="0">
              <a:spcBef>
                <a:spcPts val="0"/>
              </a:spcBef>
              <a:buNone/>
            </a:pPr>
            <a:r>
              <a:rPr lang="es-ES" sz="2400" dirty="0"/>
              <a:t> </a:t>
            </a:r>
            <a:r>
              <a:rPr lang="es-ES" sz="2400" dirty="0" smtClean="0"/>
              <a:t>      </a:t>
            </a:r>
            <a:r>
              <a:rPr lang="es-ES" sz="2400" dirty="0" smtClean="0"/>
              <a:t>mientras </a:t>
            </a:r>
            <a:r>
              <a:rPr lang="es-ES" sz="2400" dirty="0" smtClean="0"/>
              <a:t>el </a:t>
            </a:r>
            <a:r>
              <a:rPr lang="es-ES" sz="2400" dirty="0" smtClean="0"/>
              <a:t>segundo muestra </a:t>
            </a:r>
            <a:r>
              <a:rPr lang="es-ES" sz="2400" dirty="0" smtClean="0"/>
              <a:t>el número </a:t>
            </a:r>
            <a:r>
              <a:rPr lang="es-ES" sz="2400" dirty="0" smtClean="0"/>
              <a:t>de </a:t>
            </a:r>
            <a:r>
              <a:rPr lang="es-ES" sz="2400" dirty="0" smtClean="0"/>
              <a:t>series (</a:t>
            </a:r>
            <a:r>
              <a:rPr lang="es-ES" sz="2400" i="1" dirty="0" smtClean="0"/>
              <a:t>k</a:t>
            </a:r>
            <a:r>
              <a:rPr lang="es-ES" sz="2400" dirty="0" smtClean="0"/>
              <a:t>) </a:t>
            </a:r>
            <a:r>
              <a:rPr lang="es-ES" sz="2400" dirty="0" smtClean="0"/>
              <a:t>usadas solo en unos</a:t>
            </a:r>
          </a:p>
          <a:p>
            <a:pPr marL="0" indent="0">
              <a:spcBef>
                <a:spcPts val="0"/>
              </a:spcBef>
              <a:buNone/>
            </a:pPr>
            <a:r>
              <a:rPr lang="es-ES" sz="2400" dirty="0"/>
              <a:t> </a:t>
            </a:r>
            <a:r>
              <a:rPr lang="es-ES" sz="2400" dirty="0" smtClean="0"/>
              <a:t>      pasos de la homogeneización. </a:t>
            </a:r>
            <a:r>
              <a:rPr lang="es-ES" sz="2400" i="1" dirty="0" smtClean="0"/>
              <a:t>k</a:t>
            </a:r>
            <a:r>
              <a:rPr lang="es-ES" sz="2400" dirty="0" smtClean="0"/>
              <a:t>1 </a:t>
            </a:r>
            <a:r>
              <a:rPr lang="es-ES" sz="2400" dirty="0" smtClean="0"/>
              <a:t>≤ </a:t>
            </a:r>
            <a:r>
              <a:rPr lang="es-ES" sz="2400" i="1" dirty="0" smtClean="0"/>
              <a:t>k.</a:t>
            </a:r>
            <a:endParaRPr lang="en-US" sz="2400" dirty="0"/>
          </a:p>
        </p:txBody>
      </p:sp>
    </p:spTree>
    <p:extLst>
      <p:ext uri="{BB962C8B-B14F-4D97-AF65-F5344CB8AC3E}">
        <p14:creationId xmlns:p14="http://schemas.microsoft.com/office/powerpoint/2010/main" val="79877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1" y="274639"/>
            <a:ext cx="10972802" cy="858126"/>
          </a:xfrm>
        </p:spPr>
        <p:txBody>
          <a:bodyPr/>
          <a:lstStyle/>
          <a:p>
            <a:r>
              <a:rPr lang="es-ES" sz="3600" b="1" dirty="0" smtClean="0">
                <a:solidFill>
                  <a:srgbClr val="A50021"/>
                </a:solidFill>
                <a:cs typeface="Times New Roman" panose="02020603050405020304" pitchFamily="18" charset="0"/>
              </a:rPr>
              <a:t>Otras posibilidades de intervenciones</a:t>
            </a:r>
            <a:endParaRPr lang="en-US" sz="3600" dirty="0"/>
          </a:p>
        </p:txBody>
      </p:sp>
      <p:sp>
        <p:nvSpPr>
          <p:cNvPr id="3" name="Marcador de contenido 2"/>
          <p:cNvSpPr>
            <a:spLocks noGrp="1"/>
          </p:cNvSpPr>
          <p:nvPr>
            <p:ph idx="1"/>
          </p:nvPr>
        </p:nvSpPr>
        <p:spPr>
          <a:xfrm>
            <a:off x="605053" y="1392071"/>
            <a:ext cx="10972802" cy="4899547"/>
          </a:xfrm>
        </p:spPr>
        <p:txBody>
          <a:bodyPr/>
          <a:lstStyle/>
          <a:p>
            <a:r>
              <a:rPr lang="es-ES" sz="2400" dirty="0" smtClean="0"/>
              <a:t>Estos tipos de intervenciones se debe considerar “intervenciones periciales”</a:t>
            </a:r>
          </a:p>
          <a:p>
            <a:r>
              <a:rPr lang="es-ES" sz="2400" dirty="0" smtClean="0"/>
              <a:t>Se puede definir límite de correlación (diferente desde el 0.4 usado por defecto) para cualquier </a:t>
            </a:r>
            <a:r>
              <a:rPr lang="es-ES" sz="2400" dirty="0" err="1" smtClean="0"/>
              <a:t>network</a:t>
            </a:r>
            <a:r>
              <a:rPr lang="es-ES" sz="2400" dirty="0" smtClean="0"/>
              <a:t>. </a:t>
            </a:r>
            <a:r>
              <a:rPr lang="es-ES" sz="2400" dirty="0" smtClean="0"/>
              <a:t>P. </a:t>
            </a:r>
            <a:r>
              <a:rPr lang="es-ES" sz="2400" dirty="0"/>
              <a:t>e</a:t>
            </a:r>
            <a:r>
              <a:rPr lang="es-ES" sz="2400" dirty="0" smtClean="0"/>
              <a:t>j., si se introduce series vecinales adicionales con correlaciones relativamente bajas con la serie candidata, se debe bajar el límite de correlación.</a:t>
            </a:r>
          </a:p>
          <a:p>
            <a:r>
              <a:rPr lang="es-ES" sz="2400" dirty="0" smtClean="0"/>
              <a:t>Se puede editar la lista de saltos del primero ciclo de homogeneización</a:t>
            </a:r>
          </a:p>
          <a:p>
            <a:r>
              <a:rPr lang="es-ES" sz="2400" dirty="0" smtClean="0"/>
              <a:t>Se puede editar los sub-</a:t>
            </a:r>
            <a:r>
              <a:rPr lang="es-ES" sz="2400" dirty="0" err="1" smtClean="0"/>
              <a:t>networks</a:t>
            </a:r>
            <a:r>
              <a:rPr lang="es-ES" sz="2400" dirty="0" smtClean="0"/>
              <a:t> usados para la homogeneización de PDF. </a:t>
            </a:r>
            <a:endParaRPr lang="en-US" sz="2400" dirty="0"/>
          </a:p>
        </p:txBody>
      </p:sp>
    </p:spTree>
    <p:extLst>
      <p:ext uri="{BB962C8B-B14F-4D97-AF65-F5344CB8AC3E}">
        <p14:creationId xmlns:p14="http://schemas.microsoft.com/office/powerpoint/2010/main" val="4052737432"/>
      </p:ext>
    </p:extLst>
  </p:cSld>
  <p:clrMapOvr>
    <a:masterClrMapping/>
  </p:clrMapOvr>
</p:sld>
</file>

<file path=ppt/theme/theme1.xml><?xml version="1.0" encoding="utf-8"?>
<a:theme xmlns:a="http://schemas.openxmlformats.org/drawingml/2006/main" name="1_Default Design">
  <a:themeElements>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4598</TotalTime>
  <Words>505</Words>
  <Application>Microsoft Office PowerPoint</Application>
  <PresentationFormat>Panorámica</PresentationFormat>
  <Paragraphs>32</Paragraphs>
  <Slides>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Calibri</vt:lpstr>
      <vt:lpstr>Times New Roman</vt:lpstr>
      <vt:lpstr>1_Default Design</vt:lpstr>
      <vt:lpstr>Homogeneización interactiva</vt:lpstr>
      <vt:lpstr>Periodo de referencia: porqué es problema?</vt:lpstr>
      <vt:lpstr>Periodo de referencia en PDF homogeneización</vt:lpstr>
      <vt:lpstr>Editar networks</vt:lpstr>
      <vt:lpstr>Otras posibilidades de intervenciones</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MDPI</dc:creator>
  <cp:lastModifiedBy>Cuenta Microsoft</cp:lastModifiedBy>
  <cp:revision>316</cp:revision>
  <dcterms:created xsi:type="dcterms:W3CDTF">2017-03-26T08:03:22Z</dcterms:created>
  <dcterms:modified xsi:type="dcterms:W3CDTF">2025-11-17T20:15:40Z</dcterms:modified>
</cp:coreProperties>
</file>